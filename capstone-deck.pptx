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Sheng Mouth-Organ Family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Scaffold packet, not build-ready.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Pick traditional-side-branch or compact-control before layout.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Branch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side_branch_reed with both_ends_open.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Compact Branch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closed_open with one_end_closed_reed.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Family Specs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separate validator-aligned CSV files.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Coupon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 reed-alone pitch, onset, blow/draw, gap, and leak 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Single-Pipe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Validate one pipe before full sheng body layout.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Drawing Authority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DXF/CAD must name branch, socket map, gasket, and service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Authority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Generated images are concept or reference support 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packet is scaffold-only and not fabrication authority.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Unmeasured reed behavior, leakage, and branch mixing.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Pick branch, fill coupon log, build single-pipe control, then revise.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